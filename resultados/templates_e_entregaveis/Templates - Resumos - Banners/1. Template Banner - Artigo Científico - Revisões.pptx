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43195875" cx="32397700"/>
  <p:notesSz cx="6858000" cy="9144000"/>
  <p:embeddedFontLst>
    <p:embeddedFont>
      <p:font typeface="La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5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8R+lHM73oBZlB8UMAUUr6r5nQ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8163C4-DF13-47C0-96A0-78EAC1E2650B}">
  <a:tblStyle styleId="{768163C4-DF13-47C0-96A0-78EAC1E265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fill>
          <a:solidFill>
            <a:srgbClr val="CEE2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EE2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5" orient="horz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Lato-boldItalic.fntdata"/><Relationship Id="rId10" Type="http://schemas.openxmlformats.org/officeDocument/2006/relationships/font" Target="fonts/Lato-italic.fntdata"/><Relationship Id="rId12" Type="http://customschemas.google.com/relationships/presentationmetadata" Target="metadata"/><Relationship Id="rId9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828" y="13418722"/>
            <a:ext cx="27538045" cy="925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859655" y="24477662"/>
            <a:ext cx="22678390" cy="1103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559195" y="27757352"/>
            <a:ext cx="27538045" cy="85791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b="1" sz="189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559195" y="18308258"/>
            <a:ext cx="27538045" cy="9449095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 sz="9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5737093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57663406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619885" y="9669080"/>
            <a:ext cx="14314611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619885" y="13698692"/>
            <a:ext cx="14314611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57584" y="9669080"/>
            <a:ext cx="14320233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57584" y="13698692"/>
            <a:ext cx="14320233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619887" y="1719836"/>
            <a:ext cx="10658620" cy="7319301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2666601" y="1719839"/>
            <a:ext cx="18111214" cy="3686648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9400"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619887" y="9039140"/>
            <a:ext cx="10658620" cy="29547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350176" y="30237113"/>
            <a:ext cx="19438620" cy="356966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350176" y="3859631"/>
            <a:ext cx="19438620" cy="259175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6350176" y="33806775"/>
            <a:ext cx="19438620" cy="506951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945210" y="9753717"/>
            <a:ext cx="28507281" cy="2915793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19933241" y="114053792"/>
            <a:ext cx="232137832" cy="25828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1859555" y="88495606"/>
            <a:ext cx="232137832" cy="769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b="0" i="0" sz="2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01425" y="12209175"/>
            <a:ext cx="14400000" cy="6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3,4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501418" y="22963540"/>
            <a:ext cx="14400000" cy="9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2923" y="34474727"/>
            <a:ext cx="14400000" cy="4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1427216" y="10770125"/>
            <a:ext cx="14376606" cy="1292700"/>
            <a:chOff x="1883002" y="12262157"/>
            <a:chExt cx="14197715" cy="1292700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1883002" y="12262157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Introdução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-5400000">
              <a:off x="11827767" y="8904179"/>
              <a:ext cx="144000" cy="83619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16647475" y="12285375"/>
            <a:ext cx="14400000" cy="89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01422" y="4768666"/>
            <a:ext cx="297516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458"/>
              </a:buClr>
              <a:buSzPts val="9000"/>
              <a:buFont typeface="Lato"/>
              <a:buNone/>
            </a:pPr>
            <a:r>
              <a:rPr b="1" i="0" lang="en-US" sz="9000" u="none" cap="none" strike="noStrike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Título: subtítulo</a:t>
            </a:r>
            <a:endParaRPr b="1" i="0" sz="9000" u="none" cap="none" strike="noStrike">
              <a:solidFill>
                <a:srgbClr val="351C7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238725" y="7826975"/>
            <a:ext cx="29274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1&amp;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2,3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1;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2;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E-mail: autor/a correspondente.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Orientadore(s)/a(s):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23275" y="21839650"/>
            <a:ext cx="297516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357"/>
              </a:buClr>
              <a:buSzPts val="8000"/>
              <a:buFont typeface="Lato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 b="1" i="0" sz="8000" u="none" cap="none" strike="noStrike">
              <a:solidFill>
                <a:srgbClr val="674EA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6514781" y="33167348"/>
            <a:ext cx="14362414" cy="1292700"/>
            <a:chOff x="16967996" y="18373991"/>
            <a:chExt cx="13110373" cy="1292700"/>
          </a:xfrm>
        </p:grpSpPr>
        <p:sp>
          <p:nvSpPr>
            <p:cNvPr id="95" name="Google Shape;95;p1"/>
            <p:cNvSpPr/>
            <p:nvPr/>
          </p:nvSpPr>
          <p:spPr>
            <a:xfrm rot="-5400000">
              <a:off x="26262369" y="15404945"/>
              <a:ext cx="144000" cy="7488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6967996" y="18373991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Referências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16664508" y="34428083"/>
            <a:ext cx="14400000" cy="4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16569603" y="10796660"/>
            <a:ext cx="14275143" cy="1501871"/>
            <a:chOff x="16569603" y="12053960"/>
            <a:chExt cx="14275143" cy="1501871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16569603" y="12053960"/>
              <a:ext cx="14228552" cy="1501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Método</a:t>
              </a:r>
              <a:endParaRPr b="1" i="1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 rot="-5400000">
              <a:off x="25725246" y="7807097"/>
              <a:ext cx="144000" cy="10095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38730" y="33138512"/>
            <a:ext cx="14474070" cy="1292700"/>
            <a:chOff x="1238730" y="35348312"/>
            <a:chExt cx="14474070" cy="1292700"/>
          </a:xfrm>
        </p:grpSpPr>
        <p:sp>
          <p:nvSpPr>
            <p:cNvPr id="102" name="Google Shape;102;p1"/>
            <p:cNvSpPr txBox="1"/>
            <p:nvPr/>
          </p:nvSpPr>
          <p:spPr>
            <a:xfrm>
              <a:off x="1238730" y="35348312"/>
              <a:ext cx="6548898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Conclusão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 rot="-5400000">
              <a:off x="11080050" y="31531643"/>
              <a:ext cx="144000" cy="91215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"/>
          <p:cNvSpPr txBox="1"/>
          <p:nvPr/>
        </p:nvSpPr>
        <p:spPr>
          <a:xfrm>
            <a:off x="16714389" y="23031137"/>
            <a:ext cx="14400000" cy="9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Tabela 1 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Fonte: autoria própria.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"/>
          <p:cNvGrpSpPr/>
          <p:nvPr/>
        </p:nvGrpSpPr>
        <p:grpSpPr>
          <a:xfrm>
            <a:off x="1499114" y="6478468"/>
            <a:ext cx="29435400" cy="1500900"/>
            <a:chOff x="1270514" y="8650168"/>
            <a:chExt cx="29435400" cy="1500900"/>
          </a:xfrm>
        </p:grpSpPr>
        <p:sp>
          <p:nvSpPr>
            <p:cNvPr id="106" name="Google Shape;106;p1"/>
            <p:cNvSpPr txBox="1"/>
            <p:nvPr/>
          </p:nvSpPr>
          <p:spPr>
            <a:xfrm>
              <a:off x="1270514" y="86501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Autoria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 flipH="1" rot="-5400000">
              <a:off x="24371753" y="3294642"/>
              <a:ext cx="144000" cy="12335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08" name="Google Shape;108;p1"/>
          <p:cNvGraphicFramePr/>
          <p:nvPr/>
        </p:nvGraphicFramePr>
        <p:xfrm>
          <a:off x="17034175" y="240375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{768163C4-DF13-47C0-96A0-78EAC1E2650B}</a:tableStyleId>
              </a:tblPr>
              <a:tblGrid>
                <a:gridCol w="664975"/>
                <a:gridCol w="3569100"/>
                <a:gridCol w="3185650"/>
                <a:gridCol w="3333125"/>
                <a:gridCol w="2762075"/>
                <a:gridCol w="271125"/>
              </a:tblGrid>
              <a:tr h="6295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Características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1º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2º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3º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 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solidFill>
                      <a:srgbClr val="8E7CC3"/>
                    </a:solidFill>
                  </a:tcPr>
                </a:tc>
              </a:tr>
              <a:tr h="62952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 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solidFill>
                      <a:srgbClr val="8E7CC3"/>
                    </a:solidFill>
                  </a:tcPr>
                </a:tc>
              </a:tr>
              <a:tr h="6295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Total (n=58)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6 (10,3)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20 (34,5)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32 (55,2)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Perda auditiva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(100,0)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4 (9,5)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14 (33,3)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24 (57,2)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Disfagia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(20,0)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(40,0)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(40,0)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5 (12,8)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14 (35,9)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20 (51,3)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Síndrome congênita do Zika vírus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(50,0)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(50,0)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3 (7,0)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15 (34,9)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25 (58,1)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9" name="Google Shape;109;p1"/>
          <p:cNvSpPr txBox="1"/>
          <p:nvPr/>
        </p:nvSpPr>
        <p:spPr>
          <a:xfrm>
            <a:off x="746925" y="39690675"/>
            <a:ext cx="30471600" cy="5541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Trabalho de Conclusão de Curso da Pós-Graduação </a:t>
            </a:r>
            <a:r>
              <a:rPr b="1" i="1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Lato Sensu</a:t>
            </a: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em XXXXXXX, financiada por XXXX.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 flipH="1" rot="-5400000">
            <a:off x="7683953" y="1122942"/>
            <a:ext cx="144000" cy="12335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502525" y="18408518"/>
            <a:ext cx="14020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 rot="-5400000">
            <a:off x="10940125" y="14462988"/>
            <a:ext cx="144000" cy="940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 flipH="1" rot="-5400000">
            <a:off x="7289928" y="16728792"/>
            <a:ext cx="144000" cy="116037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 flipH="1" rot="-5400000">
            <a:off x="25044528" y="16728792"/>
            <a:ext cx="144000" cy="116037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501425" y="19701325"/>
            <a:ext cx="14275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2021-02-12T18:02:33Z</dcterms:created>
  <dc:creator>figosp</dc:creator>
</cp:coreProperties>
</file>