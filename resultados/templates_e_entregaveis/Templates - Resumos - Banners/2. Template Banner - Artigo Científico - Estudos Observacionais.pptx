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</p:sldIdLst>
  <p:sldSz cy="43195875" cx="32397700"/>
  <p:notesSz cx="6858000" cy="9144000"/>
  <p:embeddedFontLst>
    <p:embeddedFont>
      <p:font typeface="Lato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5">
          <p15:clr>
            <a:srgbClr val="A4A3A4"/>
          </p15:clr>
        </p15:guide>
        <p15:guide id="2" pos="10204">
          <p15:clr>
            <a:srgbClr val="A4A3A4"/>
          </p15:clr>
        </p15:guide>
      </p15:sldGuideLst>
    </p:ext>
    <p:ext uri="GoogleSlidesCustomDataVersion2">
      <go:slidesCustomData xmlns:go="http://customooxmlschemas.google.com/" r:id="rId12" roundtripDataSignature="AMtx7mjFYX8D991q3urhu8LRqWfne3G3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D47CD4B-45B9-4F50-85C1-2BCF517E24C7}">
  <a:tblStyle styleId="{FD47CD4B-45B9-4F50-85C1-2BCF517E24C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F1F5"/>
          </a:solidFill>
        </a:fill>
      </a:tcStyle>
    </a:wholeTbl>
    <a:band1H>
      <a:tcTxStyle b="off" i="off"/>
      <a:tcStyle>
        <a:fill>
          <a:solidFill>
            <a:srgbClr val="CEE2EA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EE2EA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5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5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5" orient="horz"/>
        <p:guide pos="102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font" Target="fonts/Lato-boldItalic.fntdata"/><Relationship Id="rId10" Type="http://schemas.openxmlformats.org/officeDocument/2006/relationships/font" Target="fonts/Lato-italic.fntdata"/><Relationship Id="rId12" Type="http://customschemas.google.com/relationships/presentationmetadata" Target="metadata"/><Relationship Id="rId9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La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2429828" y="13418722"/>
            <a:ext cx="27538045" cy="9259116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4859655" y="24477662"/>
            <a:ext cx="22678390" cy="11038946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rgbClr val="888888"/>
              </a:buClr>
              <a:buSzPts val="151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rgbClr val="888888"/>
              </a:buClr>
              <a:buSzPts val="132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rgbClr val="888888"/>
              </a:buClr>
              <a:buSzPts val="113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1619885" y="10079041"/>
            <a:ext cx="29157930" cy="285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2559195" y="27757352"/>
            <a:ext cx="27538045" cy="8579181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900"/>
              <a:buFont typeface="Calibri"/>
              <a:buNone/>
              <a:defRPr b="1" sz="189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2559195" y="18308258"/>
            <a:ext cx="27538045" cy="9449095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rgbClr val="888888"/>
              </a:buClr>
              <a:buSzPts val="9400"/>
              <a:buNone/>
              <a:defRPr sz="9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rgbClr val="888888"/>
              </a:buClr>
              <a:buSzPts val="8500"/>
              <a:buNone/>
              <a:defRPr sz="8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rgbClr val="888888"/>
              </a:buClr>
              <a:buSzPts val="7600"/>
              <a:buNone/>
              <a:defRPr sz="7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rgbClr val="888888"/>
              </a:buClr>
              <a:buSzPts val="6600"/>
              <a:buNone/>
              <a:defRPr sz="6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5737093" y="63483944"/>
            <a:ext cx="51386352" cy="1795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066800" lvl="0" marL="4572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13200"/>
            </a:lvl1pPr>
            <a:lvl2pPr indent="-946150" lvl="1" marL="9144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indent="-825500" lvl="2" marL="1371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3pPr>
            <a:lvl4pPr indent="-76835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8500"/>
            </a:lvl4pPr>
            <a:lvl5pPr indent="-76835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8500"/>
            </a:lvl5pPr>
            <a:lvl6pPr indent="-768350" lvl="5" marL="2743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6pPr>
            <a:lvl7pPr indent="-768350" lvl="6" marL="3200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7pPr>
            <a:lvl8pPr indent="-768350" lvl="7" marL="3657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8pPr>
            <a:lvl9pPr indent="-768350" lvl="8" marL="4114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57663406" y="63483944"/>
            <a:ext cx="51386352" cy="17955285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066800" lvl="0" marL="4572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•"/>
              <a:defRPr sz="13200"/>
            </a:lvl1pPr>
            <a:lvl2pPr indent="-946150" lvl="1" marL="9144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–"/>
              <a:defRPr sz="11300"/>
            </a:lvl2pPr>
            <a:lvl3pPr indent="-825500" lvl="2" marL="1371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3pPr>
            <a:lvl4pPr indent="-768350" lvl="3" marL="1828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–"/>
              <a:defRPr sz="8500"/>
            </a:lvl4pPr>
            <a:lvl5pPr indent="-768350" lvl="4" marL="22860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»"/>
              <a:defRPr sz="8500"/>
            </a:lvl5pPr>
            <a:lvl6pPr indent="-768350" lvl="5" marL="27432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6pPr>
            <a:lvl7pPr indent="-768350" lvl="6" marL="32004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7pPr>
            <a:lvl8pPr indent="-768350" lvl="7" marL="3657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8pPr>
            <a:lvl9pPr indent="-768350" lvl="8" marL="41148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1619885" y="9669080"/>
            <a:ext cx="14314611" cy="4029612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11300"/>
            </a:lvl1pPr>
            <a:lvl2pPr indent="-2286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9400"/>
            </a:lvl2pPr>
            <a:lvl3pPr indent="-2286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8500"/>
            </a:lvl3pPr>
            <a:lvl4pPr indent="-2286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4pPr>
            <a:lvl5pPr indent="-2286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5pPr>
            <a:lvl6pPr indent="-2286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6pPr>
            <a:lvl7pPr indent="-2286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7pPr>
            <a:lvl8pPr indent="-2286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8pPr>
            <a:lvl9pPr indent="-2286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1619885" y="13698692"/>
            <a:ext cx="14314611" cy="2488762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94615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indent="-8255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2pPr>
            <a:lvl3pPr indent="-76835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indent="-7112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–"/>
              <a:defRPr sz="7600"/>
            </a:lvl4pPr>
            <a:lvl5pPr indent="-7112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»"/>
              <a:defRPr sz="7600"/>
            </a:lvl5pPr>
            <a:lvl6pPr indent="-7112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6pPr>
            <a:lvl7pPr indent="-7112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7pPr>
            <a:lvl8pPr indent="-7112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8pPr>
            <a:lvl9pPr indent="-7112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16457584" y="9669080"/>
            <a:ext cx="14320233" cy="4029612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None/>
              <a:defRPr b="1" sz="11300"/>
            </a:lvl1pPr>
            <a:lvl2pPr indent="-2286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None/>
              <a:defRPr b="1" sz="9400"/>
            </a:lvl2pPr>
            <a:lvl3pPr indent="-22860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None/>
              <a:defRPr b="1" sz="8500"/>
            </a:lvl3pPr>
            <a:lvl4pPr indent="-2286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4pPr>
            <a:lvl5pPr indent="-2286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5pPr>
            <a:lvl6pPr indent="-2286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6pPr>
            <a:lvl7pPr indent="-2286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7pPr>
            <a:lvl8pPr indent="-2286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8pPr>
            <a:lvl9pPr indent="-2286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None/>
              <a:defRPr b="1" sz="76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16457584" y="13698692"/>
            <a:ext cx="14320233" cy="24887627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946150" lvl="0" marL="4572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1pPr>
            <a:lvl2pPr indent="-825500" lvl="1" marL="914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2pPr>
            <a:lvl3pPr indent="-768350" lvl="2" marL="1371600" algn="l">
              <a:lnSpc>
                <a:spcPct val="100000"/>
              </a:lnSpc>
              <a:spcBef>
                <a:spcPts val="1700"/>
              </a:spcBef>
              <a:spcAft>
                <a:spcPts val="0"/>
              </a:spcAft>
              <a:buClr>
                <a:schemeClr val="dk1"/>
              </a:buClr>
              <a:buSzPts val="8500"/>
              <a:buChar char="•"/>
              <a:defRPr sz="8500"/>
            </a:lvl3pPr>
            <a:lvl4pPr indent="-711200" lvl="3" marL="1828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–"/>
              <a:defRPr sz="7600"/>
            </a:lvl4pPr>
            <a:lvl5pPr indent="-711200" lvl="4" marL="22860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»"/>
              <a:defRPr sz="7600"/>
            </a:lvl5pPr>
            <a:lvl6pPr indent="-711200" lvl="5" marL="27432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6pPr>
            <a:lvl7pPr indent="-711200" lvl="6" marL="32004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7pPr>
            <a:lvl8pPr indent="-711200" lvl="7" marL="36576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8pPr>
            <a:lvl9pPr indent="-711200" lvl="8" marL="4114800" algn="l">
              <a:lnSpc>
                <a:spcPct val="100000"/>
              </a:lnSpc>
              <a:spcBef>
                <a:spcPts val="1520"/>
              </a:spcBef>
              <a:spcAft>
                <a:spcPts val="0"/>
              </a:spcAft>
              <a:buClr>
                <a:schemeClr val="dk1"/>
              </a:buClr>
              <a:buSzPts val="7600"/>
              <a:buChar char="•"/>
              <a:defRPr sz="76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1619887" y="1719836"/>
            <a:ext cx="10658620" cy="7319301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9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12666601" y="1719839"/>
            <a:ext cx="18111214" cy="36866483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187450" lvl="0" marL="45720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Char char="•"/>
              <a:defRPr sz="15100"/>
            </a:lvl1pPr>
            <a:lvl2pPr indent="-1066800" lvl="1" marL="91440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Char char="–"/>
              <a:defRPr sz="13200"/>
            </a:lvl2pPr>
            <a:lvl3pPr indent="-946150" lvl="2" marL="137160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Char char="•"/>
              <a:defRPr sz="11300"/>
            </a:lvl3pPr>
            <a:lvl4pPr indent="-825500" lvl="3" marL="1828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–"/>
              <a:defRPr sz="9400"/>
            </a:lvl4pPr>
            <a:lvl5pPr indent="-825500" lvl="4" marL="22860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»"/>
              <a:defRPr sz="9400"/>
            </a:lvl5pPr>
            <a:lvl6pPr indent="-825500" lvl="5" marL="27432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6pPr>
            <a:lvl7pPr indent="-825500" lvl="6" marL="32004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7pPr>
            <a:lvl8pPr indent="-825500" lvl="7" marL="36576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8pPr>
            <a:lvl9pPr indent="-825500" lvl="8" marL="411480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Char char="•"/>
              <a:defRPr sz="94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1619887" y="9039140"/>
            <a:ext cx="10658620" cy="29547182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indent="-228600" lvl="1" marL="91440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3pPr>
            <a:lvl4pPr indent="-228600" lvl="3" marL="1828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6350176" y="30237113"/>
            <a:ext cx="19438620" cy="3569662"/>
          </a:xfrm>
          <a:prstGeom prst="rect">
            <a:avLst/>
          </a:prstGeom>
          <a:noFill/>
          <a:ln>
            <a:noFill/>
          </a:ln>
        </p:spPr>
        <p:txBody>
          <a:bodyPr anchorCtr="0" anchor="b" bIns="215975" lIns="431950" spcFirstLastPara="1" rIns="431950" wrap="square" tIns="2159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Calibri"/>
              <a:buNone/>
              <a:defRPr b="1" sz="9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6350176" y="3859631"/>
            <a:ext cx="19438620" cy="259175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6350176" y="33806775"/>
            <a:ext cx="19438620" cy="5069513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20"/>
              </a:spcBef>
              <a:spcAft>
                <a:spcPts val="0"/>
              </a:spcAft>
              <a:buClr>
                <a:schemeClr val="dk1"/>
              </a:buClr>
              <a:buSzPts val="6600"/>
              <a:buNone/>
              <a:defRPr sz="6600"/>
            </a:lvl1pPr>
            <a:lvl2pPr indent="-228600" lvl="1" marL="91440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lnSpc>
                <a:spcPct val="100000"/>
              </a:lnSpc>
              <a:spcBef>
                <a:spcPts val="940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4700"/>
            </a:lvl3pPr>
            <a:lvl4pPr indent="-228600" lvl="3" marL="1828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1945210" y="9753717"/>
            <a:ext cx="28507281" cy="29157930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-19933241" y="114053792"/>
            <a:ext cx="232137832" cy="25828166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71859555" y="88495606"/>
            <a:ext cx="232137832" cy="76944538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1619885" y="1729838"/>
            <a:ext cx="29157930" cy="7199313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800"/>
              <a:buFont typeface="Calibri"/>
              <a:buNone/>
              <a:defRPr b="0" i="0" sz="20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1619885" y="10079041"/>
            <a:ext cx="29157930" cy="28507281"/>
          </a:xfrm>
          <a:prstGeom prst="rect">
            <a:avLst/>
          </a:prstGeom>
          <a:noFill/>
          <a:ln>
            <a:noFill/>
          </a:ln>
        </p:spPr>
        <p:txBody>
          <a:bodyPr anchorCtr="0" anchor="t" bIns="215975" lIns="431950" spcFirstLastPara="1" rIns="431950" wrap="square" tIns="215975">
            <a:normAutofit/>
          </a:bodyPr>
          <a:lstStyle>
            <a:lvl1pPr indent="-1187450" lvl="0" marL="457200" marR="0" rtl="0" algn="l">
              <a:lnSpc>
                <a:spcPct val="100000"/>
              </a:lnSpc>
              <a:spcBef>
                <a:spcPts val="3020"/>
              </a:spcBef>
              <a:spcAft>
                <a:spcPts val="0"/>
              </a:spcAft>
              <a:buClr>
                <a:schemeClr val="dk1"/>
              </a:buClr>
              <a:buSzPts val="15100"/>
              <a:buFont typeface="Arial"/>
              <a:buChar char="•"/>
              <a:defRPr b="0" i="0" sz="15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1066800" lvl="1" marL="914400" marR="0" rtl="0" algn="l">
              <a:lnSpc>
                <a:spcPct val="100000"/>
              </a:lnSpc>
              <a:spcBef>
                <a:spcPts val="2640"/>
              </a:spcBef>
              <a:spcAft>
                <a:spcPts val="0"/>
              </a:spcAft>
              <a:buClr>
                <a:schemeClr val="dk1"/>
              </a:buClr>
              <a:buSzPts val="13200"/>
              <a:buFont typeface="Arial"/>
              <a:buChar char="–"/>
              <a:defRPr b="0" i="0" sz="1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946150" lvl="2" marL="1371600" marR="0" rtl="0" algn="l">
              <a:lnSpc>
                <a:spcPct val="100000"/>
              </a:lnSpc>
              <a:spcBef>
                <a:spcPts val="2260"/>
              </a:spcBef>
              <a:spcAft>
                <a:spcPts val="0"/>
              </a:spcAft>
              <a:buClr>
                <a:schemeClr val="dk1"/>
              </a:buClr>
              <a:buSzPts val="11300"/>
              <a:buFont typeface="Arial"/>
              <a:buChar char="•"/>
              <a:defRPr b="0" i="0" sz="1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825500" lvl="3" marL="1828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–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825500" lvl="4" marL="22860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»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825500" lvl="5" marL="27432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825500" lvl="6" marL="32004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825500" lvl="7" marL="36576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825500" lvl="8" marL="4114800" marR="0" rtl="0" algn="l">
              <a:lnSpc>
                <a:spcPct val="100000"/>
              </a:lnSpc>
              <a:spcBef>
                <a:spcPts val="1880"/>
              </a:spcBef>
              <a:spcAft>
                <a:spcPts val="0"/>
              </a:spcAft>
              <a:buClr>
                <a:schemeClr val="dk1"/>
              </a:buClr>
              <a:buSzPts val="9400"/>
              <a:buFont typeface="Arial"/>
              <a:buChar char="•"/>
              <a:defRPr b="0" i="0" sz="9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1619885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11069214" y="40036180"/>
            <a:ext cx="10259272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23218352" y="40036180"/>
            <a:ext cx="7559463" cy="229978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5975" lIns="431950" spcFirstLastPara="1" rIns="431950" wrap="square" tIns="2159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700"/>
              <a:buFont typeface="Arial"/>
              <a:buNone/>
              <a:defRPr b="0" i="0" sz="57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01425" y="12209175"/>
            <a:ext cx="14400000" cy="63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Exemplo. Exemplo. Exemplo. Exemplo. Exemplo. Exemplo. Exemplo. Exemplo. Exemplo. Exemplo. Exemplo. Exemplo. Exemplo. Exemplo. Exemplo. Exemplo. Exemplo. Exemplo. Exemplo. Exemplo. Exemplo. Exemplo. Exemplo. Exemplo. Exemplo. Exemplo. Exemplo. Exemplo. Exemplo.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Exemplo. Exemplo. Exemplo. Exemplo. Exemplo. Exemplo. Exemplo.. Exemplo. Exemplo. Exemplo. Exemplo. Exemplo. Exemplo. Exemplo. Exemplo. Exemplo. Exemplo. Exemplo. Exemplo. Exemplo.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3,4 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t/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t/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1501418" y="22963540"/>
            <a:ext cx="14400000" cy="9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12923" y="34474727"/>
            <a:ext cx="14400000" cy="4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Lato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87" name="Google Shape;87;p1"/>
          <p:cNvGrpSpPr/>
          <p:nvPr/>
        </p:nvGrpSpPr>
        <p:grpSpPr>
          <a:xfrm>
            <a:off x="1427216" y="10770125"/>
            <a:ext cx="14376606" cy="1292700"/>
            <a:chOff x="1883002" y="12262157"/>
            <a:chExt cx="14197715" cy="1292700"/>
          </a:xfrm>
        </p:grpSpPr>
        <p:sp>
          <p:nvSpPr>
            <p:cNvPr id="88" name="Google Shape;88;p1"/>
            <p:cNvSpPr txBox="1"/>
            <p:nvPr/>
          </p:nvSpPr>
          <p:spPr>
            <a:xfrm>
              <a:off x="1883002" y="12262157"/>
              <a:ext cx="5978213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Introdução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 rot="-5400000">
              <a:off x="11827767" y="8904179"/>
              <a:ext cx="144000" cy="83619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"/>
          <p:cNvSpPr txBox="1"/>
          <p:nvPr/>
        </p:nvSpPr>
        <p:spPr>
          <a:xfrm>
            <a:off x="16647475" y="12285375"/>
            <a:ext cx="14400000" cy="894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Exemplo.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1501422" y="4768666"/>
            <a:ext cx="297516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3458"/>
              </a:buClr>
              <a:buSzPts val="9000"/>
              <a:buFont typeface="Lato"/>
              <a:buNone/>
            </a:pPr>
            <a:r>
              <a:rPr b="1" i="0" lang="en-US" sz="9000" u="none" cap="none" strike="noStrike">
                <a:solidFill>
                  <a:srgbClr val="351C75"/>
                </a:solidFill>
                <a:latin typeface="Lato"/>
                <a:ea typeface="Lato"/>
                <a:cs typeface="Lato"/>
                <a:sym typeface="Lato"/>
              </a:rPr>
              <a:t>Título: subtítulo</a:t>
            </a:r>
            <a:endParaRPr b="1" i="0" sz="9000" u="none" cap="none" strike="noStrike">
              <a:solidFill>
                <a:srgbClr val="351C7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238725" y="7826975"/>
            <a:ext cx="292749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Último Sobrenome, Nome Completo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1&amp;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; Último sobrenome, Nome Completo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2,3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; Último sobrenome, Nome Completo</a:t>
            </a: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baseline="3000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Instituição 1; 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Instituição 2; </a:t>
            </a: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Instituição 3.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7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baseline="3000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&amp;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E-mail: autor/a correspondente.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Orientadore(s)/a(s):</a:t>
            </a:r>
            <a:endParaRPr b="0" i="0" sz="40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1423275" y="21839650"/>
            <a:ext cx="29751600" cy="12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3357"/>
              </a:buClr>
              <a:buSzPts val="8000"/>
              <a:buFont typeface="Lato"/>
              <a:buNone/>
            </a:pPr>
            <a:r>
              <a:rPr b="1" i="0" lang="en-US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  <a:t>Resultados</a:t>
            </a:r>
            <a:endParaRPr b="1" i="0" sz="8000" u="none" cap="none" strike="noStrike">
              <a:solidFill>
                <a:srgbClr val="674EA7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4" name="Google Shape;94;p1"/>
          <p:cNvGrpSpPr/>
          <p:nvPr/>
        </p:nvGrpSpPr>
        <p:grpSpPr>
          <a:xfrm>
            <a:off x="16514781" y="33167348"/>
            <a:ext cx="14362414" cy="1292700"/>
            <a:chOff x="16967996" y="18373991"/>
            <a:chExt cx="13110373" cy="1292700"/>
          </a:xfrm>
        </p:grpSpPr>
        <p:sp>
          <p:nvSpPr>
            <p:cNvPr id="95" name="Google Shape;95;p1"/>
            <p:cNvSpPr/>
            <p:nvPr/>
          </p:nvSpPr>
          <p:spPr>
            <a:xfrm rot="-5400000">
              <a:off x="26262369" y="15404945"/>
              <a:ext cx="144000" cy="74880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533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16967996" y="18373991"/>
              <a:ext cx="5978213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Referências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sp>
        <p:nvSpPr>
          <p:cNvPr id="97" name="Google Shape;97;p1"/>
          <p:cNvSpPr txBox="1"/>
          <p:nvPr/>
        </p:nvSpPr>
        <p:spPr>
          <a:xfrm>
            <a:off x="16664508" y="34428083"/>
            <a:ext cx="14400000" cy="49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Exemplo.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Exemplo.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4572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ato"/>
              <a:buAutoNum type="arabicPeriod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Referência. Exemplo. Exemplo. Exemplo. Exemplo. Exemplo. Exemplo. Exemplo. Exemplo. Exemplo.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98" name="Google Shape;98;p1"/>
          <p:cNvGrpSpPr/>
          <p:nvPr/>
        </p:nvGrpSpPr>
        <p:grpSpPr>
          <a:xfrm>
            <a:off x="16569603" y="10796660"/>
            <a:ext cx="14275143" cy="1501871"/>
            <a:chOff x="16569603" y="12053960"/>
            <a:chExt cx="14275143" cy="1501871"/>
          </a:xfrm>
        </p:grpSpPr>
        <p:sp>
          <p:nvSpPr>
            <p:cNvPr id="99" name="Google Shape;99;p1"/>
            <p:cNvSpPr txBox="1"/>
            <p:nvPr/>
          </p:nvSpPr>
          <p:spPr>
            <a:xfrm>
              <a:off x="16569603" y="12053960"/>
              <a:ext cx="14228552" cy="15018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0"/>
                <a:buFont typeface="Arial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Método</a:t>
              </a:r>
              <a:endParaRPr b="1" i="1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 rot="-5400000">
              <a:off x="25725246" y="7807097"/>
              <a:ext cx="144000" cy="100950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20124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1" name="Google Shape;101;p1"/>
          <p:cNvGrpSpPr/>
          <p:nvPr/>
        </p:nvGrpSpPr>
        <p:grpSpPr>
          <a:xfrm>
            <a:off x="1238730" y="33138512"/>
            <a:ext cx="14474070" cy="1292700"/>
            <a:chOff x="1238730" y="35348312"/>
            <a:chExt cx="14474070" cy="1292700"/>
          </a:xfrm>
        </p:grpSpPr>
        <p:sp>
          <p:nvSpPr>
            <p:cNvPr id="102" name="Google Shape;102;p1"/>
            <p:cNvSpPr txBox="1"/>
            <p:nvPr/>
          </p:nvSpPr>
          <p:spPr>
            <a:xfrm>
              <a:off x="1238730" y="35348312"/>
              <a:ext cx="6548898" cy="129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Conclusão</a:t>
              </a:r>
              <a:endParaRPr b="1" i="0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 rot="-5400000">
              <a:off x="11080050" y="31531643"/>
              <a:ext cx="144000" cy="91215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7376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4" name="Google Shape;104;p1"/>
          <p:cNvSpPr txBox="1"/>
          <p:nvPr/>
        </p:nvSpPr>
        <p:spPr>
          <a:xfrm>
            <a:off x="16714389" y="23031137"/>
            <a:ext cx="14400000" cy="9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Tabela 1 </a:t>
            </a: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– Exemplo.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000"/>
              </a:spcBef>
              <a:spcAft>
                <a:spcPts val="80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Fonte: autoria própria.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5" name="Google Shape;105;p1"/>
          <p:cNvGrpSpPr/>
          <p:nvPr/>
        </p:nvGrpSpPr>
        <p:grpSpPr>
          <a:xfrm>
            <a:off x="1499114" y="6478468"/>
            <a:ext cx="29435400" cy="1500900"/>
            <a:chOff x="1270514" y="8650168"/>
            <a:chExt cx="29435400" cy="1500900"/>
          </a:xfrm>
        </p:grpSpPr>
        <p:sp>
          <p:nvSpPr>
            <p:cNvPr id="106" name="Google Shape;106;p1"/>
            <p:cNvSpPr txBox="1"/>
            <p:nvPr/>
          </p:nvSpPr>
          <p:spPr>
            <a:xfrm>
              <a:off x="1270514" y="8650168"/>
              <a:ext cx="29435400" cy="150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53357"/>
                </a:buClr>
                <a:buSzPts val="8000"/>
                <a:buFont typeface="Lato"/>
                <a:buNone/>
              </a:pPr>
              <a:r>
                <a:rPr b="1" i="0" lang="en-US" sz="8000" u="none" cap="none" strike="noStrike">
                  <a:solidFill>
                    <a:srgbClr val="674EA7"/>
                  </a:solidFill>
                  <a:latin typeface="Lato"/>
                  <a:ea typeface="Lato"/>
                  <a:cs typeface="Lato"/>
                  <a:sym typeface="Lato"/>
                </a:rPr>
                <a:t>Autoria</a:t>
              </a:r>
              <a:endParaRPr b="0" i="0" sz="1400" u="none" cap="none" strike="noStrike">
                <a:solidFill>
                  <a:srgbClr val="674EA7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 flipH="1" rot="-5400000">
              <a:off x="24371753" y="3294642"/>
              <a:ext cx="144000" cy="12335400"/>
            </a:xfrm>
            <a:prstGeom prst="rect">
              <a:avLst/>
            </a:prstGeom>
            <a:solidFill>
              <a:srgbClr val="674EA7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8500"/>
                <a:buFont typeface="Calibri"/>
                <a:buNone/>
              </a:pPr>
              <a:r>
                <a:t/>
              </a:r>
              <a:endParaRPr b="0" i="0" sz="8500" u="none" cap="none" strike="noStrike">
                <a:solidFill>
                  <a:srgbClr val="05335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108" name="Google Shape;108;p1"/>
          <p:cNvGraphicFramePr/>
          <p:nvPr/>
        </p:nvGraphicFramePr>
        <p:xfrm>
          <a:off x="17034175" y="24037550"/>
          <a:ext cx="3000000" cy="3000000"/>
        </p:xfrm>
        <a:graphic>
          <a:graphicData uri="http://schemas.openxmlformats.org/drawingml/2006/table">
            <a:tbl>
              <a:tblPr bandRow="1">
                <a:noFill/>
                <a:tableStyleId>{FD47CD4B-45B9-4F50-85C1-2BCF517E24C7}</a:tableStyleId>
              </a:tblPr>
              <a:tblGrid>
                <a:gridCol w="664975"/>
                <a:gridCol w="3569100"/>
                <a:gridCol w="3185650"/>
                <a:gridCol w="3333125"/>
                <a:gridCol w="2762075"/>
                <a:gridCol w="271125"/>
              </a:tblGrid>
              <a:tr h="629525">
                <a:tc gridSpan="2" row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Características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 rowSpan="2"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1º trimestre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2º trimestre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3º trimestre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 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solidFill>
                      <a:srgbClr val="8E7CC3"/>
                    </a:solidFill>
                  </a:tcPr>
                </a:tc>
              </a:tr>
              <a:tr h="629525">
                <a:tc gridSpan="2" vMerge="1"/>
                <a:tc hMerge="1" v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n (%)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n (%)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n (%)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>
                    <a:solidFill>
                      <a:srgbClr val="8E7CC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>
                          <a:solidFill>
                            <a:schemeClr val="lt1"/>
                          </a:solidFill>
                        </a:rPr>
                        <a:t> </a:t>
                      </a:r>
                      <a:endParaRPr sz="3600" u="none" cap="none" strike="noStrike">
                        <a:solidFill>
                          <a:schemeClr val="lt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>
                    <a:solidFill>
                      <a:srgbClr val="8E7CC3"/>
                    </a:solidFill>
                  </a:tcPr>
                </a:tc>
              </a:tr>
              <a:tr h="629525"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Total (n=58)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 hMerge="1"/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6 (10,3)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20 (34,5)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32 (55,2)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  <a:tr h="629525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Perda auditiva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 hMerge="1"/>
                <a:tc hMerge="1"/>
                <a:tc hMerge="1"/>
                <a:tc hMerge="1"/>
                <a:tc hMerge="1"/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Sim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-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-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 (100,0)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Não 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4 (9,5)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14 (33,3)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24 (57,2)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  <a:tr h="629525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Disfagia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 hMerge="1"/>
                <a:tc hMerge="1"/>
                <a:tc hMerge="1"/>
                <a:tc hMerge="1"/>
                <a:tc hMerge="1"/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Sim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1 (20,0)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 (40,0)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 (40,0)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Não 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5 (12,8)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14 (35,9)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20 (51,3)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  <a:tr h="629525">
                <a:tc gridSpan="6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Síndrome congênita do Zika vírus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 hMerge="1"/>
                <a:tc hMerge="1"/>
                <a:tc hMerge="1"/>
                <a:tc hMerge="1"/>
                <a:tc hMerge="1"/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Sim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1 (50,0)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1 (50,0)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-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  <a:tr h="629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Não 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3 (7,0)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15 (34,9)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25 (58,1)</a:t>
                      </a:r>
                      <a:endParaRPr sz="3600" u="none" cap="none" strike="noStrike"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T="0" marB="0" marR="68575" marL="68575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u="none" cap="none" strike="noStrike"/>
                        <a:t> </a:t>
                      </a:r>
                      <a:endParaRPr sz="36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109" name="Google Shape;109;p1"/>
          <p:cNvSpPr txBox="1"/>
          <p:nvPr/>
        </p:nvSpPr>
        <p:spPr>
          <a:xfrm>
            <a:off x="746925" y="39690675"/>
            <a:ext cx="30471600" cy="554100"/>
          </a:xfrm>
          <a:prstGeom prst="rect">
            <a:avLst/>
          </a:prstGeom>
          <a:solidFill>
            <a:srgbClr val="351C75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Trabalho de Conclusão de Curso da Pós-Graduação </a:t>
            </a:r>
            <a:r>
              <a:rPr b="1" i="1" lang="en-US" sz="3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Lato Sensu</a:t>
            </a:r>
            <a:r>
              <a:rPr b="1" i="0" lang="en-US" sz="3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 em XXXXXXX, financiada por XXXX.</a:t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/>
          <p:nvPr/>
        </p:nvSpPr>
        <p:spPr>
          <a:xfrm flipH="1" rot="-5400000">
            <a:off x="7683953" y="1122942"/>
            <a:ext cx="144000" cy="123354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"/>
          <p:cNvSpPr txBox="1"/>
          <p:nvPr/>
        </p:nvSpPr>
        <p:spPr>
          <a:xfrm>
            <a:off x="1502525" y="18408518"/>
            <a:ext cx="140208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b="1" i="0" lang="en-US" sz="8000" u="none" cap="none" strike="noStrike">
                <a:solidFill>
                  <a:srgbClr val="674EA7"/>
                </a:solidFill>
                <a:latin typeface="Lato"/>
                <a:ea typeface="Lato"/>
                <a:cs typeface="Lato"/>
                <a:sym typeface="Lato"/>
              </a:rPr>
              <a:t>Objetivo</a:t>
            </a:r>
            <a:endParaRPr b="0" i="0" sz="1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 rot="-5400000">
            <a:off x="10940125" y="14462988"/>
            <a:ext cx="144000" cy="94032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/>
          <p:nvPr/>
        </p:nvSpPr>
        <p:spPr>
          <a:xfrm flipH="1" rot="-5400000">
            <a:off x="7289928" y="16728792"/>
            <a:ext cx="144000" cy="116037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 flipH="1" rot="-5400000">
            <a:off x="25044528" y="16728792"/>
            <a:ext cx="144000" cy="11603700"/>
          </a:xfrm>
          <a:prstGeom prst="rect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500"/>
              <a:buFont typeface="Calibri"/>
              <a:buNone/>
            </a:pPr>
            <a:r>
              <a:t/>
            </a:r>
            <a:endParaRPr b="0" i="0" sz="8500" u="none" cap="none" strike="noStrike">
              <a:solidFill>
                <a:srgbClr val="05335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1501425" y="19701325"/>
            <a:ext cx="142752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Exemplo. Exemplo. Exemplo. Exemplo. Exemplo. Exemplo. Exemplo. Exemplo. Exemplo. Exemplo. Exemplo. Exemplo. Exemplo. Exemplo. Exemplo. Exemplo. Exemplo. Exemplo. Exemplo. Exemplo.</a:t>
            </a:r>
            <a:endParaRPr b="0" i="0" sz="4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2021-02-12T18:02:33Z</dcterms:created>
  <dc:creator>figosp</dc:creator>
</cp:coreProperties>
</file>