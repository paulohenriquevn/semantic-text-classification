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195875" cx="32397700"/>
  <p:notesSz cx="6858000" cy="9144000"/>
  <p:embeddedFontLst>
    <p:embeddedFont>
      <p:font typeface="Lato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605">
          <p15:clr>
            <a:srgbClr val="A4A3A4"/>
          </p15:clr>
        </p15:guide>
        <p15:guide id="2" pos="10204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gzm9ATxH6MAz30uqWU9h1+briE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605" orient="horz"/>
        <p:guide pos="1020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font" Target="fonts/Lato-boldItalic.fntdata"/><Relationship Id="rId9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Lato-regular.fntdata"/><Relationship Id="rId8" Type="http://schemas.openxmlformats.org/officeDocument/2006/relationships/font" Target="fonts/La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2429828" y="13418722"/>
            <a:ext cx="27538045" cy="9259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4859655" y="24477662"/>
            <a:ext cx="22678390" cy="11038946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Clr>
                <a:srgbClr val="888888"/>
              </a:buClr>
              <a:buSzPts val="151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rgbClr val="888888"/>
              </a:buClr>
              <a:buSzPts val="132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rgbClr val="888888"/>
              </a:buClr>
              <a:buSzPts val="113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619885" y="10079041"/>
            <a:ext cx="29157930" cy="285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2559195" y="27757352"/>
            <a:ext cx="27538045" cy="8579181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00"/>
              <a:buFont typeface="Calibri"/>
              <a:buNone/>
              <a:defRPr b="1" sz="189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2559195" y="18308258"/>
            <a:ext cx="27538045" cy="9449095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50" spcFirstLastPara="1" rIns="431950" wrap="square" tIns="2159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 sz="9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888888"/>
              </a:buClr>
              <a:buSzPts val="8500"/>
              <a:buNone/>
              <a:defRPr sz="8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rgbClr val="888888"/>
              </a:buClr>
              <a:buSzPts val="7600"/>
              <a:buNone/>
              <a:defRPr sz="7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5737093" y="63483944"/>
            <a:ext cx="51386352" cy="179552850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1066800" lvl="0" marL="45720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Char char="•"/>
              <a:defRPr sz="13200"/>
            </a:lvl1pPr>
            <a:lvl2pPr indent="-946150" lvl="1" marL="9144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–"/>
              <a:defRPr sz="11300"/>
            </a:lvl2pPr>
            <a:lvl3pPr indent="-825500" lvl="2" marL="13716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3pPr>
            <a:lvl4pPr indent="-768350" lvl="3" marL="18288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–"/>
              <a:defRPr sz="8500"/>
            </a:lvl4pPr>
            <a:lvl5pPr indent="-768350" lvl="4" marL="22860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»"/>
              <a:defRPr sz="8500"/>
            </a:lvl5pPr>
            <a:lvl6pPr indent="-768350" lvl="5" marL="27432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6pPr>
            <a:lvl7pPr indent="-768350" lvl="6" marL="32004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7pPr>
            <a:lvl8pPr indent="-768350" lvl="7" marL="3657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8pPr>
            <a:lvl9pPr indent="-768350" lvl="8" marL="41148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57663406" y="63483944"/>
            <a:ext cx="51386352" cy="179552850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1066800" lvl="0" marL="45720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Char char="•"/>
              <a:defRPr sz="13200"/>
            </a:lvl1pPr>
            <a:lvl2pPr indent="-946150" lvl="1" marL="9144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–"/>
              <a:defRPr sz="11300"/>
            </a:lvl2pPr>
            <a:lvl3pPr indent="-825500" lvl="2" marL="13716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3pPr>
            <a:lvl4pPr indent="-768350" lvl="3" marL="18288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–"/>
              <a:defRPr sz="8500"/>
            </a:lvl4pPr>
            <a:lvl5pPr indent="-768350" lvl="4" marL="22860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»"/>
              <a:defRPr sz="8500"/>
            </a:lvl5pPr>
            <a:lvl6pPr indent="-768350" lvl="5" marL="27432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6pPr>
            <a:lvl7pPr indent="-768350" lvl="6" marL="32004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7pPr>
            <a:lvl8pPr indent="-768350" lvl="7" marL="3657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8pPr>
            <a:lvl9pPr indent="-768350" lvl="8" marL="41148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1619885" y="9669080"/>
            <a:ext cx="14314611" cy="4029612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50" spcFirstLastPara="1" rIns="431950" wrap="square" tIns="2159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None/>
              <a:defRPr b="1" sz="11300"/>
            </a:lvl1pPr>
            <a:lvl2pPr indent="-228600" lvl="1" marL="9144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None/>
              <a:defRPr b="1" sz="9400"/>
            </a:lvl2pPr>
            <a:lvl3pPr indent="-228600" lvl="2" marL="1371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b="1" sz="8500"/>
            </a:lvl3pPr>
            <a:lvl4pPr indent="-228600" lvl="3" marL="1828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4pPr>
            <a:lvl5pPr indent="-228600" lvl="4" marL="22860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5pPr>
            <a:lvl6pPr indent="-228600" lvl="5" marL="27432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6pPr>
            <a:lvl7pPr indent="-228600" lvl="6" marL="32004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7pPr>
            <a:lvl8pPr indent="-228600" lvl="7" marL="3657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8pPr>
            <a:lvl9pPr indent="-228600" lvl="8" marL="4114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1619885" y="13698692"/>
            <a:ext cx="14314611" cy="24887627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946150" lvl="0" marL="4572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11300"/>
            </a:lvl1pPr>
            <a:lvl2pPr indent="-825500" lvl="1" marL="9144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9400"/>
            </a:lvl2pPr>
            <a:lvl3pPr indent="-768350" lvl="2" marL="1371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3pPr>
            <a:lvl4pPr indent="-711200" lvl="3" marL="1828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–"/>
              <a:defRPr sz="7600"/>
            </a:lvl4pPr>
            <a:lvl5pPr indent="-711200" lvl="4" marL="22860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»"/>
              <a:defRPr sz="7600"/>
            </a:lvl5pPr>
            <a:lvl6pPr indent="-711200" lvl="5" marL="27432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6pPr>
            <a:lvl7pPr indent="-711200" lvl="6" marL="32004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7pPr>
            <a:lvl8pPr indent="-711200" lvl="7" marL="3657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8pPr>
            <a:lvl9pPr indent="-711200" lvl="8" marL="4114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16457584" y="9669080"/>
            <a:ext cx="14320233" cy="4029612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50" spcFirstLastPara="1" rIns="431950" wrap="square" tIns="2159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None/>
              <a:defRPr b="1" sz="11300"/>
            </a:lvl1pPr>
            <a:lvl2pPr indent="-228600" lvl="1" marL="9144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None/>
              <a:defRPr b="1" sz="9400"/>
            </a:lvl2pPr>
            <a:lvl3pPr indent="-228600" lvl="2" marL="1371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b="1" sz="8500"/>
            </a:lvl3pPr>
            <a:lvl4pPr indent="-228600" lvl="3" marL="1828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4pPr>
            <a:lvl5pPr indent="-228600" lvl="4" marL="22860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5pPr>
            <a:lvl6pPr indent="-228600" lvl="5" marL="27432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6pPr>
            <a:lvl7pPr indent="-228600" lvl="6" marL="32004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7pPr>
            <a:lvl8pPr indent="-228600" lvl="7" marL="3657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8pPr>
            <a:lvl9pPr indent="-228600" lvl="8" marL="4114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16457584" y="13698692"/>
            <a:ext cx="14320233" cy="24887627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946150" lvl="0" marL="4572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11300"/>
            </a:lvl1pPr>
            <a:lvl2pPr indent="-825500" lvl="1" marL="9144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9400"/>
            </a:lvl2pPr>
            <a:lvl3pPr indent="-768350" lvl="2" marL="1371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3pPr>
            <a:lvl4pPr indent="-711200" lvl="3" marL="1828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–"/>
              <a:defRPr sz="7600"/>
            </a:lvl4pPr>
            <a:lvl5pPr indent="-711200" lvl="4" marL="22860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»"/>
              <a:defRPr sz="7600"/>
            </a:lvl5pPr>
            <a:lvl6pPr indent="-711200" lvl="5" marL="27432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6pPr>
            <a:lvl7pPr indent="-711200" lvl="6" marL="32004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7pPr>
            <a:lvl8pPr indent="-711200" lvl="7" marL="3657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8pPr>
            <a:lvl9pPr indent="-711200" lvl="8" marL="4114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1619887" y="1719836"/>
            <a:ext cx="10658620" cy="7319301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50" spcFirstLastPara="1" rIns="431950" wrap="square" tIns="2159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Calibri"/>
              <a:buNone/>
              <a:defRPr b="1" sz="9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12666601" y="1719839"/>
            <a:ext cx="18111214" cy="36866483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1187450" lvl="0" marL="457200" algn="l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Clr>
                <a:schemeClr val="dk1"/>
              </a:buClr>
              <a:buSzPts val="15100"/>
              <a:buChar char="•"/>
              <a:defRPr sz="15100"/>
            </a:lvl1pPr>
            <a:lvl2pPr indent="-1066800" lvl="1" marL="91440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Char char="–"/>
              <a:defRPr sz="13200"/>
            </a:lvl2pPr>
            <a:lvl3pPr indent="-946150" lvl="2" marL="13716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11300"/>
            </a:lvl3pPr>
            <a:lvl4pPr indent="-825500" lvl="3" marL="18288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9400"/>
            </a:lvl4pPr>
            <a:lvl5pPr indent="-825500" lvl="4" marL="22860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»"/>
              <a:defRPr sz="9400"/>
            </a:lvl5pPr>
            <a:lvl6pPr indent="-825500" lvl="5" marL="27432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6pPr>
            <a:lvl7pPr indent="-825500" lvl="6" marL="32004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7pPr>
            <a:lvl8pPr indent="-825500" lvl="7" marL="36576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8pPr>
            <a:lvl9pPr indent="-825500" lvl="8" marL="41148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1619887" y="9039140"/>
            <a:ext cx="10658620" cy="29547182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sz="6600"/>
            </a:lvl1pPr>
            <a:lvl2pPr indent="-228600" lvl="1" marL="914400" algn="l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/>
            </a:lvl2pPr>
            <a:lvl3pPr indent="-228600" lvl="2" marL="137160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4700"/>
            </a:lvl3pPr>
            <a:lvl4pPr indent="-228600" lvl="3" marL="18288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4pPr>
            <a:lvl5pPr indent="-228600" lvl="4" marL="22860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5pPr>
            <a:lvl6pPr indent="-228600" lvl="5" marL="27432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6pPr>
            <a:lvl7pPr indent="-228600" lvl="6" marL="32004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7pPr>
            <a:lvl8pPr indent="-228600" lvl="7" marL="36576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8pPr>
            <a:lvl9pPr indent="-228600" lvl="8" marL="41148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6350176" y="30237113"/>
            <a:ext cx="19438620" cy="3569662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50" spcFirstLastPara="1" rIns="431950" wrap="square" tIns="2159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Calibri"/>
              <a:buNone/>
              <a:defRPr b="1" sz="9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6350176" y="3859631"/>
            <a:ext cx="19438620" cy="259175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6350176" y="33806775"/>
            <a:ext cx="19438620" cy="5069513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sz="6600"/>
            </a:lvl1pPr>
            <a:lvl2pPr indent="-228600" lvl="1" marL="914400" algn="l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/>
            </a:lvl2pPr>
            <a:lvl3pPr indent="-228600" lvl="2" marL="137160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4700"/>
            </a:lvl3pPr>
            <a:lvl4pPr indent="-228600" lvl="3" marL="18288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4pPr>
            <a:lvl5pPr indent="-228600" lvl="4" marL="22860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5pPr>
            <a:lvl6pPr indent="-228600" lvl="5" marL="27432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6pPr>
            <a:lvl7pPr indent="-228600" lvl="6" marL="32004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7pPr>
            <a:lvl8pPr indent="-228600" lvl="7" marL="36576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8pPr>
            <a:lvl9pPr indent="-228600" lvl="8" marL="41148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1945210" y="9753717"/>
            <a:ext cx="28507281" cy="29157930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-19933241" y="114053792"/>
            <a:ext cx="232137832" cy="25828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71859555" y="88495606"/>
            <a:ext cx="232137832" cy="76944538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0"/>
              <a:buFont typeface="Calibri"/>
              <a:buNone/>
              <a:defRPr b="0" i="0" sz="20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1619885" y="10079041"/>
            <a:ext cx="29157930" cy="285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1187450" lvl="0" marL="457200" marR="0" rtl="0" algn="l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Clr>
                <a:schemeClr val="dk1"/>
              </a:buClr>
              <a:buSzPts val="15100"/>
              <a:buFont typeface="Arial"/>
              <a:buChar char="•"/>
              <a:defRPr b="0" i="0" sz="15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66800" lvl="1" marL="914400" marR="0" rtl="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Char char="–"/>
              <a:defRPr b="0" i="0" sz="1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946150" lvl="2" marL="1371600" marR="0" rtl="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Font typeface="Arial"/>
              <a:buChar char="•"/>
              <a:defRPr b="0" i="0" sz="1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25500" lvl="3" marL="18288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–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25500" lvl="4" marL="22860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»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25500" lvl="5" marL="27432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5500" lvl="6" marL="32004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25500" lvl="7" marL="36576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25500" lvl="8" marL="41148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01425" y="12209175"/>
            <a:ext cx="14400000" cy="6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Exemplo. Exemplo. Exemplo. Exemplo. Exemplo. Exemplo.</a:t>
            </a:r>
            <a:r>
              <a:rPr b="0" baseline="3000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Exemplo. Exemplo. Exemplo. Exemplo. Exemplo. Exemplo. Exemplo. Exemplo. Exemplo. Exemplo. Exemplo. Exemplo. Exemplo. Exemplo. Exemplo. Exemplo. Exemplo. Exemplo. Exemplo. Exemplo. Exemplo. Exemplo. Exemplo. Exemplo. Exemplo. Exemplo. Exemplo. Exemplo. Exemplo.</a:t>
            </a:r>
            <a:r>
              <a:rPr b="0" baseline="3000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Exemplo. Exemplo. Exemplo. Exemplo. Exemplo. Exemplo. Exemplo.. Exemplo. Exemplo. Exemplo. Exemplo. Exemplo. Exemplo. Exemplo. Exemplo. Exemplo. Exemplo. Exemplo. Exemplo.</a:t>
            </a:r>
            <a:r>
              <a:rPr b="0" baseline="3000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3,4</a:t>
            </a: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312925" y="23959125"/>
            <a:ext cx="14400000" cy="128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(Figura 1).</a:t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Figura 1 </a:t>
            </a:r>
            <a:r>
              <a:rPr b="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 Exemplo.</a:t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Fonte: autoria própria.</a:t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86" name="Google Shape;86;p1"/>
          <p:cNvGrpSpPr/>
          <p:nvPr/>
        </p:nvGrpSpPr>
        <p:grpSpPr>
          <a:xfrm>
            <a:off x="1427216" y="10770125"/>
            <a:ext cx="14376606" cy="1292700"/>
            <a:chOff x="1883002" y="12262157"/>
            <a:chExt cx="14197715" cy="1292700"/>
          </a:xfrm>
        </p:grpSpPr>
        <p:sp>
          <p:nvSpPr>
            <p:cNvPr id="87" name="Google Shape;87;p1"/>
            <p:cNvSpPr txBox="1"/>
            <p:nvPr/>
          </p:nvSpPr>
          <p:spPr>
            <a:xfrm>
              <a:off x="1883002" y="12262157"/>
              <a:ext cx="5978213" cy="12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3357"/>
                </a:buClr>
                <a:buSzPts val="8000"/>
                <a:buFont typeface="Lato"/>
                <a:buNone/>
              </a:pPr>
              <a:r>
                <a:rPr b="1" i="0" lang="en-US" sz="8000" u="none" cap="none" strike="noStrike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Introdução</a:t>
              </a:r>
              <a:endParaRPr b="1" i="0" sz="8000" u="none" cap="none" strike="noStrike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 rot="-5400000">
              <a:off x="11827767" y="8904179"/>
              <a:ext cx="144000" cy="83619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00"/>
                <a:buFont typeface="Calibri"/>
                <a:buNone/>
              </a:pPr>
              <a:r>
                <a:t/>
              </a:r>
              <a:endParaRPr b="0" i="0" sz="85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Google Shape;89;p1"/>
          <p:cNvSpPr txBox="1"/>
          <p:nvPr/>
        </p:nvSpPr>
        <p:spPr>
          <a:xfrm>
            <a:off x="16647475" y="12437775"/>
            <a:ext cx="14400000" cy="79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</a:t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501422" y="4768666"/>
            <a:ext cx="297516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3458"/>
              </a:buClr>
              <a:buSzPts val="9000"/>
              <a:buFont typeface="Lato"/>
              <a:buNone/>
            </a:pPr>
            <a:r>
              <a:rPr b="1" i="0" lang="en-US" sz="9000" u="none" cap="none" strike="noStrike">
                <a:solidFill>
                  <a:srgbClr val="351C75"/>
                </a:solidFill>
                <a:latin typeface="Lato"/>
                <a:ea typeface="Lato"/>
                <a:cs typeface="Lato"/>
                <a:sym typeface="Lato"/>
              </a:rPr>
              <a:t>Título: subtítulo</a:t>
            </a:r>
            <a:endParaRPr b="1" i="0" sz="9000" u="none" cap="none" strike="noStrike">
              <a:solidFill>
                <a:srgbClr val="351C7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238725" y="7826975"/>
            <a:ext cx="29274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Último Sobrenome, Nome Completo</a:t>
            </a:r>
            <a:r>
              <a:rPr b="0" baseline="3000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1&amp;</a:t>
            </a: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; Último sobrenome, Nome Completo</a:t>
            </a:r>
            <a:r>
              <a:rPr b="0" baseline="3000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2,3</a:t>
            </a: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; Último sobrenome, Nome Completo</a:t>
            </a:r>
            <a:r>
              <a:rPr b="0" baseline="3000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baseline="3000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baseline="3000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Instituição 1; </a:t>
            </a:r>
            <a:r>
              <a:rPr b="0" baseline="3000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b="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Instituição 2; </a:t>
            </a:r>
            <a:r>
              <a:rPr b="0" baseline="3000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="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Instituição 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baseline="3000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&amp;</a:t>
            </a:r>
            <a:r>
              <a:rPr b="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E-mail: autor/a correspondente.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Orientadore(s)/a(s):</a:t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435850" y="37482957"/>
            <a:ext cx="29435400" cy="22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Referência. Exemplo. Exemplo. Exemplo. Exemplo. Exemplo. Exemplo. Exemplo. Exemplo. Exemplo.</a:t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Referência. xemplo. Exemplo. Exemplo. Exemplo. Exemplo. Exemplo. Exemplo. Exemplo. Exemplo.</a:t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Referência. Exemplo. Exemplo. Exemplo. Exemplo. Exemplo. Exemplo. Exemplo. Exemplo. Exemplo.</a:t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Referência. Exemplo. Exemplo. Exemplo. Exemplo. Exemplo. Exemplo. Exemplo. Exemplo. Exemplo.</a:t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6569603" y="10796660"/>
            <a:ext cx="14228700" cy="15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rPr>
              <a:t>Procedimentos Metodológicos </a:t>
            </a:r>
            <a:br>
              <a:rPr b="1" i="0" lang="en-US" sz="8000" u="none" cap="none" strike="noStrike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rPr>
            </a:br>
            <a:endParaRPr b="1" i="1" sz="8000" u="none" cap="none" strike="noStrike">
              <a:solidFill>
                <a:srgbClr val="674EA7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1238719" y="22546700"/>
            <a:ext cx="14496581" cy="1292700"/>
            <a:chOff x="1238719" y="35348300"/>
            <a:chExt cx="14496581" cy="1292700"/>
          </a:xfrm>
        </p:grpSpPr>
        <p:sp>
          <p:nvSpPr>
            <p:cNvPr id="95" name="Google Shape;95;p1"/>
            <p:cNvSpPr txBox="1"/>
            <p:nvPr/>
          </p:nvSpPr>
          <p:spPr>
            <a:xfrm>
              <a:off x="1238719" y="35348300"/>
              <a:ext cx="14275200" cy="12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3357"/>
                </a:buClr>
                <a:buSzPts val="8000"/>
                <a:buFont typeface="Lato"/>
                <a:buNone/>
              </a:pPr>
              <a:r>
                <a:rPr b="1" i="0" lang="en-US" sz="8000" u="none" cap="none" strike="noStrike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Descrição da Tecnologia</a:t>
              </a:r>
              <a:endParaRPr b="1" i="0" sz="8000" u="none" cap="none" strike="noStrike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 rot="-5400000">
              <a:off x="14063100" y="34568393"/>
              <a:ext cx="144000" cy="32004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00"/>
                <a:buFont typeface="Calibri"/>
                <a:buNone/>
              </a:pPr>
              <a:r>
                <a:t/>
              </a:r>
              <a:endParaRPr b="0" i="0" sz="85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1575314" y="6478468"/>
            <a:ext cx="29435400" cy="1500900"/>
            <a:chOff x="1270514" y="8650168"/>
            <a:chExt cx="29435400" cy="1500900"/>
          </a:xfrm>
        </p:grpSpPr>
        <p:sp>
          <p:nvSpPr>
            <p:cNvPr id="98" name="Google Shape;98;p1"/>
            <p:cNvSpPr txBox="1"/>
            <p:nvPr/>
          </p:nvSpPr>
          <p:spPr>
            <a:xfrm>
              <a:off x="1270514" y="8650168"/>
              <a:ext cx="29435400" cy="150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3357"/>
                </a:buClr>
                <a:buSzPts val="8000"/>
                <a:buFont typeface="Lato"/>
                <a:buNone/>
              </a:pPr>
              <a:r>
                <a:rPr b="1" i="0" lang="en-US" sz="8000" u="none" cap="none" strike="noStrike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Autoria</a:t>
              </a:r>
              <a:endParaRPr b="0" i="0" sz="1400" u="none" cap="none" strike="noStrike">
                <a:solidFill>
                  <a:srgbClr val="674EA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 flipH="1" rot="-5400000">
              <a:off x="24371753" y="3294642"/>
              <a:ext cx="144000" cy="123354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00"/>
                <a:buFont typeface="Calibri"/>
                <a:buNone/>
              </a:pPr>
              <a:r>
                <a:t/>
              </a:r>
              <a:endParaRPr b="0" i="0" sz="8500" u="none" cap="none" strike="noStrike">
                <a:solidFill>
                  <a:srgbClr val="05335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1"/>
          <p:cNvSpPr txBox="1"/>
          <p:nvPr/>
        </p:nvSpPr>
        <p:spPr>
          <a:xfrm>
            <a:off x="746925" y="39690675"/>
            <a:ext cx="30471600" cy="554100"/>
          </a:xfrm>
          <a:prstGeom prst="rect">
            <a:avLst/>
          </a:prstGeom>
          <a:solidFill>
            <a:srgbClr val="351C7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Trabalho de Conclusão de Curso da Pós-Graduação </a:t>
            </a:r>
            <a:r>
              <a:rPr b="1" i="1" lang="en-US" sz="3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Lato Sensu</a:t>
            </a:r>
            <a:r>
              <a:rPr b="1" i="0" lang="en-US" sz="3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em XXXXXXX, financiada por XXXX.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 flipH="1" rot="-5400000">
            <a:off x="7760153" y="1122942"/>
            <a:ext cx="144000" cy="123354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Calibri"/>
              <a:buNone/>
            </a:pPr>
            <a:r>
              <a:t/>
            </a:r>
            <a:endParaRPr b="0" i="0" sz="8500" u="none" cap="none" strike="noStrike">
              <a:solidFill>
                <a:srgbClr val="053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350125" y="18408518"/>
            <a:ext cx="140208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8000" u="none" cap="none" strike="noStrike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rPr>
              <a:t>Objetivo</a:t>
            </a:r>
            <a:endParaRPr b="0" i="0" sz="1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 rot="-5400000">
            <a:off x="10940125" y="14539188"/>
            <a:ext cx="144000" cy="94032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Calibri"/>
              <a:buNone/>
            </a:pPr>
            <a:r>
              <a:t/>
            </a:r>
            <a:endParaRPr b="0" i="0" sz="8500" u="none" cap="none" strike="noStrike">
              <a:solidFill>
                <a:srgbClr val="053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1501425" y="19853725"/>
            <a:ext cx="142752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Exemplo. Exemplo. Exemplo. Exemplo. Exemplo. Exemplo. Exemplo. Exemplo. Exemplo. Exemplo. Exemplo. Exemplo. Exemplo. Exemplo. Exemplo. Exemplo. Exemplo. Exemplo. </a:t>
            </a:r>
            <a:endParaRPr b="0" i="0" sz="3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16796200" y="31045725"/>
            <a:ext cx="14400000" cy="53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</a:t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6" name="Google Shape;106;p1"/>
          <p:cNvGrpSpPr/>
          <p:nvPr/>
        </p:nvGrpSpPr>
        <p:grpSpPr>
          <a:xfrm>
            <a:off x="16675382" y="29696563"/>
            <a:ext cx="14344181" cy="1292700"/>
            <a:chOff x="1162519" y="35348300"/>
            <a:chExt cx="14344181" cy="1292700"/>
          </a:xfrm>
        </p:grpSpPr>
        <p:sp>
          <p:nvSpPr>
            <p:cNvPr id="107" name="Google Shape;107;p1"/>
            <p:cNvSpPr txBox="1"/>
            <p:nvPr/>
          </p:nvSpPr>
          <p:spPr>
            <a:xfrm>
              <a:off x="1162519" y="35348300"/>
              <a:ext cx="14275200" cy="12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3357"/>
                </a:buClr>
                <a:buSzPts val="8000"/>
                <a:buFont typeface="Lato"/>
                <a:buNone/>
              </a:pPr>
              <a:r>
                <a:rPr b="1" i="0" lang="en-US" sz="8000" u="none" cap="none" strike="noStrike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Considerações Finais</a:t>
              </a:r>
              <a:endParaRPr b="1" i="0" sz="8000" u="none" cap="none" strike="noStrike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8" name="Google Shape;108;p1"/>
            <p:cNvSpPr/>
            <p:nvPr/>
          </p:nvSpPr>
          <p:spPr>
            <a:xfrm rot="-5400000">
              <a:off x="13377300" y="34111193"/>
              <a:ext cx="144000" cy="41148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00"/>
                <a:buFont typeface="Calibri"/>
                <a:buNone/>
              </a:pPr>
              <a:r>
                <a:t/>
              </a:r>
              <a:endParaRPr b="0" i="0" sz="85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499114" y="36272245"/>
            <a:ext cx="29435400" cy="1320492"/>
            <a:chOff x="1270514" y="8726368"/>
            <a:chExt cx="29435400" cy="1500900"/>
          </a:xfrm>
        </p:grpSpPr>
        <p:sp>
          <p:nvSpPr>
            <p:cNvPr id="110" name="Google Shape;110;p1"/>
            <p:cNvSpPr txBox="1"/>
            <p:nvPr/>
          </p:nvSpPr>
          <p:spPr>
            <a:xfrm>
              <a:off x="1270514" y="8726368"/>
              <a:ext cx="29435400" cy="150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3357"/>
                </a:buClr>
                <a:buSzPts val="8000"/>
                <a:buFont typeface="Lato"/>
                <a:buNone/>
              </a:pPr>
              <a:r>
                <a:rPr b="1" i="0" lang="en-US" sz="8000" u="none" cap="none" strike="noStrike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Referências</a:t>
              </a:r>
              <a:endParaRPr b="0" i="0" sz="1400" u="none" cap="none" strike="noStrike">
                <a:solidFill>
                  <a:srgbClr val="674EA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"/>
            <p:cNvSpPr/>
            <p:nvPr/>
          </p:nvSpPr>
          <p:spPr>
            <a:xfrm flipH="1" rot="-5400000">
              <a:off x="25138253" y="3975942"/>
              <a:ext cx="144000" cy="109728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00"/>
                <a:buFont typeface="Calibri"/>
                <a:buNone/>
              </a:pPr>
              <a:r>
                <a:t/>
              </a:r>
              <a:endParaRPr b="0" i="0" sz="8500" u="none" cap="none" strike="noStrike">
                <a:solidFill>
                  <a:srgbClr val="05335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p1"/>
          <p:cNvSpPr/>
          <p:nvPr/>
        </p:nvSpPr>
        <p:spPr>
          <a:xfrm flipH="1" rot="-5400000">
            <a:off x="6850253" y="31522242"/>
            <a:ext cx="144000" cy="109728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Calibri"/>
              <a:buNone/>
            </a:pPr>
            <a:r>
              <a:t/>
            </a:r>
            <a:endParaRPr b="0" i="0" sz="8500" u="none" cap="none" strike="noStrike">
              <a:solidFill>
                <a:srgbClr val="053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16700625" y="22162299"/>
            <a:ext cx="14400000" cy="69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</a:t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4" name="Google Shape;114;p1"/>
          <p:cNvGrpSpPr/>
          <p:nvPr/>
        </p:nvGrpSpPr>
        <p:grpSpPr>
          <a:xfrm>
            <a:off x="16509044" y="20788888"/>
            <a:ext cx="14275200" cy="1292700"/>
            <a:chOff x="95719" y="35348300"/>
            <a:chExt cx="14275200" cy="1292700"/>
          </a:xfrm>
        </p:grpSpPr>
        <p:sp>
          <p:nvSpPr>
            <p:cNvPr id="115" name="Google Shape;115;p1"/>
            <p:cNvSpPr txBox="1"/>
            <p:nvPr/>
          </p:nvSpPr>
          <p:spPr>
            <a:xfrm>
              <a:off x="95719" y="35348300"/>
              <a:ext cx="14275200" cy="12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3357"/>
                </a:buClr>
                <a:buSzPts val="8000"/>
                <a:buFont typeface="Lato"/>
                <a:buNone/>
              </a:pPr>
              <a:r>
                <a:rPr b="1" i="0" lang="en-US" sz="8000" u="none" cap="none" strike="noStrike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Testes e Resultados</a:t>
              </a:r>
              <a:endParaRPr b="1" i="0" sz="8000" u="none" cap="none" strike="noStrike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6" name="Google Shape;116;p1"/>
            <p:cNvSpPr/>
            <p:nvPr/>
          </p:nvSpPr>
          <p:spPr>
            <a:xfrm rot="-5400000">
              <a:off x="12005700" y="33882593"/>
              <a:ext cx="144000" cy="45720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00"/>
                <a:buFont typeface="Calibri"/>
                <a:buNone/>
              </a:pPr>
              <a:r>
                <a:t/>
              </a:r>
              <a:endParaRPr b="0" i="0" sz="85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1"/>
          <p:cNvGrpSpPr/>
          <p:nvPr/>
        </p:nvGrpSpPr>
        <p:grpSpPr>
          <a:xfrm>
            <a:off x="3753762" y="31769875"/>
            <a:ext cx="9895332" cy="4290200"/>
            <a:chOff x="3671600" y="31449075"/>
            <a:chExt cx="9895332" cy="4290200"/>
          </a:xfrm>
        </p:grpSpPr>
        <p:pic>
          <p:nvPicPr>
            <p:cNvPr id="118" name="Google Shape;118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024400" y="31449075"/>
              <a:ext cx="3151632" cy="421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415300" y="31477975"/>
              <a:ext cx="3151632" cy="421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71600" y="31525275"/>
              <a:ext cx="3151632" cy="4214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2021-02-12T18:02:33Z</dcterms:created>
  <dc:creator>figosp</dc:creator>
</cp:coreProperties>
</file>