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195875" cx="32397700"/>
  <p:notesSz cx="6858000" cy="9144000"/>
  <p:embeddedFontLst>
    <p:embeddedFont>
      <p:font typeface="La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5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SzqUYugxWd3MRiYK4LQAcDVN9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5" orient="horz"/>
        <p:guide pos="102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Lato-boldItalic.fntdata"/><Relationship Id="rId9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ato-regular.fntdata"/><Relationship Id="rId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429828" y="13418722"/>
            <a:ext cx="27538045" cy="9259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859655" y="24477662"/>
            <a:ext cx="22678390" cy="11038946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rgbClr val="888888"/>
              </a:buClr>
              <a:buSzPts val="151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rgbClr val="888888"/>
              </a:buClr>
              <a:buSzPts val="13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559195" y="27757352"/>
            <a:ext cx="27538045" cy="85791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0"/>
              <a:buFont typeface="Calibri"/>
              <a:buNone/>
              <a:defRPr b="1" sz="189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559195" y="18308258"/>
            <a:ext cx="27538045" cy="9449095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 sz="9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8500"/>
              <a:buNone/>
              <a:defRPr sz="8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rgbClr val="888888"/>
              </a:buClr>
              <a:buSzPts val="7600"/>
              <a:buNone/>
              <a:defRPr sz="7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5737093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066800" lvl="0" marL="4572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indent="-946150" lvl="1" marL="9144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indent="-825500" lvl="2" marL="1371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indent="-7683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indent="-7683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indent="-768350" lvl="5" marL="2743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indent="-768350" lvl="6" marL="3200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indent="-768350" lvl="7" marL="3657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indent="-768350" lvl="8" marL="4114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57663406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066800" lvl="0" marL="4572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indent="-946150" lvl="1" marL="9144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indent="-825500" lvl="2" marL="1371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indent="-7683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indent="-7683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indent="-768350" lvl="5" marL="2743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indent="-768350" lvl="6" marL="3200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indent="-768350" lvl="7" marL="3657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indent="-768350" lvl="8" marL="4114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619885" y="9669080"/>
            <a:ext cx="14314611" cy="402961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11300"/>
            </a:lvl1pPr>
            <a:lvl2pPr indent="-2286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9400"/>
            </a:lvl2pPr>
            <a:lvl3pPr indent="-2286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3pPr>
            <a:lvl4pPr indent="-2286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4pPr>
            <a:lvl5pPr indent="-2286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5pPr>
            <a:lvl6pPr indent="-2286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6pPr>
            <a:lvl7pPr indent="-2286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7pPr>
            <a:lvl8pPr indent="-2286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8pPr>
            <a:lvl9pPr indent="-2286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619885" y="13698692"/>
            <a:ext cx="14314611" cy="248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94615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indent="-8255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indent="-7683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7112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indent="-7112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indent="-7112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indent="-7112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indent="-7112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indent="-7112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6457584" y="9669080"/>
            <a:ext cx="14320233" cy="402961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11300"/>
            </a:lvl1pPr>
            <a:lvl2pPr indent="-2286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9400"/>
            </a:lvl2pPr>
            <a:lvl3pPr indent="-2286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3pPr>
            <a:lvl4pPr indent="-2286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4pPr>
            <a:lvl5pPr indent="-2286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5pPr>
            <a:lvl6pPr indent="-2286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6pPr>
            <a:lvl7pPr indent="-2286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7pPr>
            <a:lvl8pPr indent="-2286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8pPr>
            <a:lvl9pPr indent="-2286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6457584" y="13698692"/>
            <a:ext cx="14320233" cy="248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94615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indent="-8255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indent="-7683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7112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indent="-7112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indent="-7112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indent="-7112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indent="-7112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indent="-7112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619887" y="1719836"/>
            <a:ext cx="10658620" cy="7319301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9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2666601" y="1719839"/>
            <a:ext cx="18111214" cy="36866483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187450" lvl="0" marL="45720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15100"/>
            </a:lvl1pPr>
            <a:lvl2pPr indent="-1066800" lvl="1" marL="9144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13200"/>
            </a:lvl2pPr>
            <a:lvl3pPr indent="-946150" lvl="2" marL="1371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3pPr>
            <a:lvl4pPr indent="-825500" lvl="3" marL="1828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4pPr>
            <a:lvl5pPr indent="-825500" lvl="4" marL="22860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9400"/>
            </a:lvl5pPr>
            <a:lvl6pPr indent="-825500" lvl="5" marL="2743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6pPr>
            <a:lvl7pPr indent="-825500" lvl="6" marL="3200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7pPr>
            <a:lvl8pPr indent="-825500" lvl="7" marL="3657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8pPr>
            <a:lvl9pPr indent="-825500" lvl="8" marL="4114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619887" y="9039140"/>
            <a:ext cx="10658620" cy="29547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6350176" y="30237113"/>
            <a:ext cx="19438620" cy="356966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9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6350176" y="3859631"/>
            <a:ext cx="19438620" cy="259175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6350176" y="33806775"/>
            <a:ext cx="19438620" cy="5069513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945210" y="9753717"/>
            <a:ext cx="28507281" cy="2915793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-19933241" y="114053792"/>
            <a:ext cx="232137832" cy="25828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71859555" y="88495606"/>
            <a:ext cx="232137832" cy="76944538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b="0" i="0" sz="20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187450" lvl="0" marL="457200" marR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668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b="0" i="0" sz="1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46150" lvl="2" marL="1371600" marR="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b="0" i="0" sz="1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01425" y="12209175"/>
            <a:ext cx="14400000" cy="7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 Exemplo. Exemplo. Exemplo. Exemplo. Exemplo. Exemplo. Exemplo. Exemplo. Exemplo. Exemplo. Exemplo. Exemplo. Exemplo. Exemplo. Exemplo. Exemplo. 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Exemplo.. Exemplo. Exemplo. Exemplo. Exemplo. Exemplo. Exemplo. Exemplo. 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3,4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 Exemplo. Exemplo. Exemplo. Exemplo.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1427216" y="10770125"/>
            <a:ext cx="14376606" cy="1292700"/>
            <a:chOff x="1883002" y="12262157"/>
            <a:chExt cx="14197715" cy="1292700"/>
          </a:xfrm>
        </p:grpSpPr>
        <p:sp>
          <p:nvSpPr>
            <p:cNvPr id="86" name="Google Shape;86;p1"/>
            <p:cNvSpPr txBox="1"/>
            <p:nvPr/>
          </p:nvSpPr>
          <p:spPr>
            <a:xfrm>
              <a:off x="1883002" y="12262157"/>
              <a:ext cx="5978213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Introdução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 rot="-5400000">
              <a:off x="11827767" y="8904179"/>
              <a:ext cx="144000" cy="83619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 txBox="1"/>
          <p:nvPr/>
        </p:nvSpPr>
        <p:spPr>
          <a:xfrm>
            <a:off x="16647475" y="12285375"/>
            <a:ext cx="14400000" cy="12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501422" y="4768666"/>
            <a:ext cx="297516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3458"/>
              </a:buClr>
              <a:buSzPts val="9000"/>
              <a:buFont typeface="Lato"/>
              <a:buNone/>
            </a:pPr>
            <a:r>
              <a:rPr b="1" i="0" lang="en-US" sz="9000" u="none" cap="none" strike="noStrike">
                <a:solidFill>
                  <a:srgbClr val="351C75"/>
                </a:solidFill>
                <a:latin typeface="Lato"/>
                <a:ea typeface="Lato"/>
                <a:cs typeface="Lato"/>
                <a:sym typeface="Lato"/>
              </a:rPr>
              <a:t>Título: subtítulo</a:t>
            </a:r>
            <a:endParaRPr b="1" i="0" sz="9000" u="none" cap="none" strike="noStrike">
              <a:solidFill>
                <a:srgbClr val="351C7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38725" y="7826975"/>
            <a:ext cx="29274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1&amp;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2,3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1;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2;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&amp;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E-mail: autor/a correspondente.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Orientadore(s)/a(s):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435850" y="37572025"/>
            <a:ext cx="294354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16569603" y="10796660"/>
            <a:ext cx="14238543" cy="1501800"/>
            <a:chOff x="16417203" y="12053960"/>
            <a:chExt cx="14238543" cy="1501800"/>
          </a:xfrm>
        </p:grpSpPr>
        <p:sp>
          <p:nvSpPr>
            <p:cNvPr id="93" name="Google Shape;93;p1"/>
            <p:cNvSpPr txBox="1"/>
            <p:nvPr/>
          </p:nvSpPr>
          <p:spPr>
            <a:xfrm>
              <a:off x="16417203" y="12053960"/>
              <a:ext cx="14228700" cy="15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Reflexão Crítica</a:t>
              </a:r>
              <a:endParaRPr b="1" i="1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 rot="-5400000">
              <a:off x="27383346" y="9654197"/>
              <a:ext cx="144000" cy="64008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238719" y="23613500"/>
            <a:ext cx="14344181" cy="1292700"/>
            <a:chOff x="1238719" y="35348300"/>
            <a:chExt cx="14344181" cy="1292700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1238719" y="35348300"/>
              <a:ext cx="14275200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Descrição Detalhada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 rot="-5400000">
              <a:off x="13453500" y="34111193"/>
              <a:ext cx="144000" cy="41148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575314" y="6478468"/>
            <a:ext cx="29435400" cy="1500900"/>
            <a:chOff x="1270514" y="8650168"/>
            <a:chExt cx="29435400" cy="1500900"/>
          </a:xfrm>
        </p:grpSpPr>
        <p:sp>
          <p:nvSpPr>
            <p:cNvPr id="99" name="Google Shape;99;p1"/>
            <p:cNvSpPr txBox="1"/>
            <p:nvPr/>
          </p:nvSpPr>
          <p:spPr>
            <a:xfrm>
              <a:off x="1270514" y="8650168"/>
              <a:ext cx="29435400" cy="15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Autoria</a:t>
              </a:r>
              <a:endParaRPr b="0" i="0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 flipH="1" rot="-5400000">
              <a:off x="24371753" y="3294642"/>
              <a:ext cx="144000" cy="123354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"/>
          <p:cNvSpPr txBox="1"/>
          <p:nvPr/>
        </p:nvSpPr>
        <p:spPr>
          <a:xfrm>
            <a:off x="746925" y="39690675"/>
            <a:ext cx="30471600" cy="5541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Trabalho de Conclusão de Curso da Pós-Graduação </a:t>
            </a:r>
            <a:r>
              <a:rPr b="1" i="1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Lato Sensu</a:t>
            </a:r>
            <a:r>
              <a:rPr b="1" i="0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em XXXXXXX, financiada por XXXX.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 flipH="1" rot="-5400000">
            <a:off x="7760153" y="1122942"/>
            <a:ext cx="144000" cy="12335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350125" y="19627718"/>
            <a:ext cx="14020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b="0" i="0" sz="1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 rot="-5400000">
            <a:off x="10940125" y="15758388"/>
            <a:ext cx="144000" cy="940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501425" y="21072925"/>
            <a:ext cx="14275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</a:t>
            </a:r>
            <a:endParaRPr b="0" i="0" sz="3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6796200" y="26930925"/>
            <a:ext cx="14400000" cy="8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7" name="Google Shape;107;p1"/>
          <p:cNvGrpSpPr/>
          <p:nvPr/>
        </p:nvGrpSpPr>
        <p:grpSpPr>
          <a:xfrm>
            <a:off x="16645794" y="25518500"/>
            <a:ext cx="14344181" cy="1292700"/>
            <a:chOff x="1162519" y="35348300"/>
            <a:chExt cx="14344181" cy="1292700"/>
          </a:xfrm>
        </p:grpSpPr>
        <p:sp>
          <p:nvSpPr>
            <p:cNvPr id="108" name="Google Shape;108;p1"/>
            <p:cNvSpPr txBox="1"/>
            <p:nvPr/>
          </p:nvSpPr>
          <p:spPr>
            <a:xfrm>
              <a:off x="1162519" y="35348300"/>
              <a:ext cx="14275200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Considerações Finais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 rot="-5400000">
              <a:off x="13377300" y="34111193"/>
              <a:ext cx="144000" cy="41148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499114" y="36196468"/>
            <a:ext cx="29435400" cy="1500900"/>
            <a:chOff x="1270514" y="8726368"/>
            <a:chExt cx="29435400" cy="1500900"/>
          </a:xfrm>
        </p:grpSpPr>
        <p:sp>
          <p:nvSpPr>
            <p:cNvPr id="111" name="Google Shape;111;p1"/>
            <p:cNvSpPr txBox="1"/>
            <p:nvPr/>
          </p:nvSpPr>
          <p:spPr>
            <a:xfrm>
              <a:off x="1270514" y="8726368"/>
              <a:ext cx="29435400" cy="15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Referências</a:t>
              </a:r>
              <a:endParaRPr b="0" i="0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 flipH="1" rot="-5400000">
              <a:off x="25138253" y="3975942"/>
              <a:ext cx="144000" cy="109728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"/>
          <p:cNvSpPr/>
          <p:nvPr/>
        </p:nvSpPr>
        <p:spPr>
          <a:xfrm flipH="1" rot="-5400000">
            <a:off x="6850253" y="31446042"/>
            <a:ext cx="144000" cy="109728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1435850" y="24882225"/>
            <a:ext cx="14400000" cy="115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 (Figura 1).</a:t>
            </a:r>
            <a:endParaRPr b="0" i="0" sz="4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Figura 1</a:t>
            </a:r>
            <a:r>
              <a:rPr b="0" i="0" lang="en-US" sz="3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- Exemplo.</a:t>
            </a:r>
            <a:endParaRPr b="0" i="0" sz="3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1" i="0" sz="3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Fonte: autoria própria.</a:t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5" name="Google Shape;115;p1"/>
          <p:cNvGrpSpPr/>
          <p:nvPr/>
        </p:nvGrpSpPr>
        <p:grpSpPr>
          <a:xfrm>
            <a:off x="3753762" y="31514388"/>
            <a:ext cx="9895332" cy="4290200"/>
            <a:chOff x="3671600" y="31449075"/>
            <a:chExt cx="9895332" cy="4290200"/>
          </a:xfrm>
        </p:grpSpPr>
        <p:pic>
          <p:nvPicPr>
            <p:cNvPr id="116" name="Google Shape;116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24400" y="31449075"/>
              <a:ext cx="3151632" cy="421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15300" y="31477975"/>
              <a:ext cx="3151632" cy="421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71600" y="31525275"/>
              <a:ext cx="3151632" cy="421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2021-02-12T18:02:33Z</dcterms:created>
  <dc:creator>figosp</dc:creator>
</cp:coreProperties>
</file>